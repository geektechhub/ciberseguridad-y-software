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0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6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3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0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2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4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9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0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94EB-C9C3-4B67-9ADD-8349153EFD75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3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24100" y="2695700"/>
            <a:ext cx="10854341" cy="3336966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Matricula: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40211456211</a:t>
            </a: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Participante: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Jean Nelson Cabrera</a:t>
            </a: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Facilitador: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Kevin Feliz Henríquez</a:t>
            </a: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Nombre del Técnico: 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Ciberseguridad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Nombre del Módulo: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Introducción a la Programación</a:t>
            </a: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Nombre </a:t>
            </a:r>
            <a:r>
              <a:rPr lang="es-ES" b="1">
                <a:latin typeface="Verdana" panose="020B0604030504040204" pitchFamily="34" charset="0"/>
                <a:ea typeface="Verdana" panose="020B0604030504040204" pitchFamily="34" charset="0"/>
              </a:rPr>
              <a:t>Actividad: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Link del GitHub: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00" y="829143"/>
            <a:ext cx="2234454" cy="156411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993" y="829143"/>
            <a:ext cx="2161665" cy="14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81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33</Words>
  <Application>Microsoft Office PowerPoint</Application>
  <PresentationFormat>Panorámica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Scripting</dc:title>
  <dc:creator>KFH</dc:creator>
  <cp:lastModifiedBy>PC</cp:lastModifiedBy>
  <cp:revision>48</cp:revision>
  <dcterms:created xsi:type="dcterms:W3CDTF">2024-11-11T23:01:34Z</dcterms:created>
  <dcterms:modified xsi:type="dcterms:W3CDTF">2025-08-30T21:02:17Z</dcterms:modified>
</cp:coreProperties>
</file>